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Q1 2026 数据报告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BB"/>
                </a:solidFill>
              </a:defRPr>
            </a:pPr>
            <a:r>
              <a:t>Growth Overview &amp; Key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657600"/>
            <a:ext cx="2560320" cy="1371600"/>
          </a:xfrm>
          <a:prstGeom prst="roundRect">
            <a:avLst/>
          </a:prstGeom>
          <a:solidFill>
            <a:srgbClr val="1F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840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369E8"/>
                </a:solidFill>
              </a:defRPr>
            </a:pPr>
            <a:r>
              <a:t>$1.2M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4389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9BB"/>
                </a:solidFill>
              </a:defRPr>
            </a:pPr>
            <a:r>
              <a:t>Total Revenue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3657600"/>
            <a:ext cx="2560320" cy="1371600"/>
          </a:xfrm>
          <a:prstGeom prst="roundRect">
            <a:avLst/>
          </a:prstGeom>
          <a:solidFill>
            <a:srgbClr val="1F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3840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369E8"/>
                </a:solidFill>
              </a:defRPr>
            </a:pPr>
            <a:r>
              <a:t>50,230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4389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9BB"/>
                </a:solidFill>
              </a:defRPr>
            </a:pPr>
            <a:r>
              <a:t>Active Users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657600"/>
            <a:ext cx="2560320" cy="1371600"/>
          </a:xfrm>
          <a:prstGeom prst="roundRect">
            <a:avLst/>
          </a:prstGeom>
          <a:solidFill>
            <a:srgbClr val="1F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3840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369E8"/>
                </a:solidFill>
              </a:defRPr>
            </a:pPr>
            <a:r>
              <a:t>+23.5%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389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9BB"/>
                </a:solidFill>
              </a:defRPr>
            </a:pPr>
            <a:r>
              <a:t>Growth Rate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Monthly Revenue Trend</a:t>
            </a:r>
          </a:p>
        </p:txBody>
      </p:sp>
      <p:pic>
        <p:nvPicPr>
          <p:cNvPr id="3" name="Picture 2" descr="char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BB"/>
                </a:solidFill>
              </a:defRPr>
            </a:pPr>
            <a:r>
              <a:t>Q1 monthly revenue shows steady growth across all segments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Market Share Distribution</a:t>
            </a:r>
          </a:p>
        </p:txBody>
      </p:sp>
      <p:pic>
        <p:nvPicPr>
          <p:cNvPr id="3" name="Picture 2" descr="char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BB"/>
                </a:solidFill>
              </a:defRPr>
            </a:pPr>
            <a:r>
              <a:t>Product A leads with 45% market share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9BB"/>
                </a:solidFill>
              </a:defRPr>
            </a:pPr>
            <a:r>
              <a:t>Q1 shows 23.5% overall growth with Product B emerging as the fastest-growing segment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32720" cy="1371600"/>
          </a:xfrm>
          <a:prstGeom prst="roundRect">
            <a:avLst/>
          </a:prstGeom>
          <a:solidFill>
            <a:srgbClr val="1F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Product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CCA8"/>
                </a:solidFill>
              </a:defRPr>
            </a:pPr>
            <a:r>
              <a:t>  Revenue grew 18.75% QoQ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CCA8"/>
                </a:solidFill>
              </a:defRPr>
            </a:pPr>
            <a:r>
              <a:t>  Market leader with 45% 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468879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CCA8"/>
                </a:solidFill>
              </a:defRPr>
            </a:pPr>
            <a:r>
              <a:t>  Customer retention rate: 92%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291840"/>
            <a:ext cx="10332720" cy="1371600"/>
          </a:xfrm>
          <a:prstGeom prst="roundRect">
            <a:avLst/>
          </a:prstGeom>
          <a:solidFill>
            <a:srgbClr val="1F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383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Product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749039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CCA8"/>
                </a:solidFill>
              </a:defRPr>
            </a:pPr>
            <a:r>
              <a:t>  Highest growth at 75% QoQ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9319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CCA8"/>
                </a:solidFill>
              </a:defRPr>
            </a:pPr>
            <a:r>
              <a:t>  Market share increased from 22% to 28%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11480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CCA8"/>
                </a:solidFill>
              </a:defRPr>
            </a:pPr>
            <a:r>
              <a:t>  New feature adoption rate: 67%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937760"/>
            <a:ext cx="10332720" cy="1371600"/>
          </a:xfrm>
          <a:prstGeom prst="roundRect">
            <a:avLst/>
          </a:prstGeom>
          <a:solidFill>
            <a:srgbClr val="1F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029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Product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39496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CCA8"/>
                </a:solidFill>
              </a:defRPr>
            </a:pPr>
            <a:r>
              <a:t>  Stable performance with 61% 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57784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CCA8"/>
                </a:solidFill>
              </a:defRPr>
            </a:pPr>
            <a:r>
              <a:t>  Enterprise segment expanded 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7607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CCA8"/>
                </a:solidFill>
              </a:defRPr>
            </a:pPr>
            <a:r>
              <a:t>  Average deal size increased 15%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BB"/>
                </a:solidFill>
              </a:defRPr>
            </a:pPr>
            <a:r>
              <a:t>Q1 2026 Full Report Available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